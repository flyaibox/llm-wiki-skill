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6b2e437960418a" /><Relationship Type="http://schemas.openxmlformats.org/officeDocument/2006/relationships/extended-properties" Target="/docProps/app.xml" Id="R44f4d0c0fd5a49f2" /><Relationship Type="http://schemas.openxmlformats.org/officeDocument/2006/relationships/officeDocument" Target="/ppt/presentation.xml" Id="R6a41eeee238242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e060ff7c6d487d"/>
  </p:sldMasterIdLst>
  <p:notesMasterIdLst>
    <p:notesMasterId xmlns:r="http://schemas.openxmlformats.org/officeDocument/2006/relationships" r:id="R2d32bdabd51146a0"/>
  </p:notesMasterIdLst>
  <p:sldIdLst>
    <p:sldId xmlns:r="http://schemas.openxmlformats.org/officeDocument/2006/relationships" id="256" r:id="Rc549d57bbd12470a"/>
    <p:sldId xmlns:r="http://schemas.openxmlformats.org/officeDocument/2006/relationships" id="257" r:id="R43e91c9096a54e95"/>
    <p:sldId xmlns:r="http://schemas.openxmlformats.org/officeDocument/2006/relationships" id="258" r:id="R3c39b7d331de42b7"/>
    <p:sldId xmlns:r="http://schemas.openxmlformats.org/officeDocument/2006/relationships" id="259" r:id="R330b8eed916e4915"/>
    <p:sldId xmlns:r="http://schemas.openxmlformats.org/officeDocument/2006/relationships" id="260" r:id="R2ee02434cd37456a"/>
    <p:sldId xmlns:r="http://schemas.openxmlformats.org/officeDocument/2006/relationships" id="261" r:id="R8fde111565d74841"/>
    <p:sldId xmlns:r="http://schemas.openxmlformats.org/officeDocument/2006/relationships" id="262" r:id="R4138a5225dc74e0d"/>
    <p:sldId xmlns:r="http://schemas.openxmlformats.org/officeDocument/2006/relationships" id="263" r:id="Rbab6ae9381c84032"/>
    <p:sldId xmlns:r="http://schemas.openxmlformats.org/officeDocument/2006/relationships" id="264" r:id="Rcc8526115294412f"/>
    <p:sldId xmlns:r="http://schemas.openxmlformats.org/officeDocument/2006/relationships" id="265" r:id="R99aefefbd5c24e23"/>
    <p:sldId xmlns:r="http://schemas.openxmlformats.org/officeDocument/2006/relationships" id="266" r:id="R22144e29b6b740b1"/>
    <p:sldId xmlns:r="http://schemas.openxmlformats.org/officeDocument/2006/relationships" id="267" r:id="R981dbd0aea474f5c"/>
    <p:sldId xmlns:r="http://schemas.openxmlformats.org/officeDocument/2006/relationships" id="268" r:id="R9fe2ab3630c648a3"/>
    <p:sldId xmlns:r="http://schemas.openxmlformats.org/officeDocument/2006/relationships" id="269" r:id="Rf60e0cee45a047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86d9cb6a0b422f" /><Relationship Type="http://schemas.openxmlformats.org/officeDocument/2006/relationships/slideMaster" Target="/ppt/slideMasters/slideMaster1.xml" Id="R31e060ff7c6d487d" /><Relationship Type="http://schemas.openxmlformats.org/officeDocument/2006/relationships/notesMaster" Target="/ppt/notesMasters/notesMaster1.xml" Id="R2d32bdabd51146a0" /><Relationship Type="http://schemas.openxmlformats.org/officeDocument/2006/relationships/presProps" Target="/ppt/presProps.xml" Id="R2516a5b76afd42c9" /><Relationship Type="http://schemas.openxmlformats.org/officeDocument/2006/relationships/tableStyles" Target="/ppt/tableStyles.xml" Id="Rb3356d16b2d44f19" /><Relationship Type="http://schemas.openxmlformats.org/officeDocument/2006/relationships/slide" Target="/ppt/slides/slide1.xml" Id="Rc549d57bbd12470a" /><Relationship Type="http://schemas.openxmlformats.org/officeDocument/2006/relationships/slide" Target="/ppt/slides/slide2.xml" Id="R43e91c9096a54e95" /><Relationship Type="http://schemas.openxmlformats.org/officeDocument/2006/relationships/slide" Target="/ppt/slides/slide3.xml" Id="R3c39b7d331de42b7" /><Relationship Type="http://schemas.openxmlformats.org/officeDocument/2006/relationships/slide" Target="/ppt/slides/slide4.xml" Id="R330b8eed916e4915" /><Relationship Type="http://schemas.openxmlformats.org/officeDocument/2006/relationships/slide" Target="/ppt/slides/slide5.xml" Id="R2ee02434cd37456a" /><Relationship Type="http://schemas.openxmlformats.org/officeDocument/2006/relationships/slide" Target="/ppt/slides/slide6.xml" Id="R8fde111565d74841" /><Relationship Type="http://schemas.openxmlformats.org/officeDocument/2006/relationships/slide" Target="/ppt/slides/slide7.xml" Id="R4138a5225dc74e0d" /><Relationship Type="http://schemas.openxmlformats.org/officeDocument/2006/relationships/slide" Target="/ppt/slides/slide8.xml" Id="Rbab6ae9381c84032" /><Relationship Type="http://schemas.openxmlformats.org/officeDocument/2006/relationships/slide" Target="/ppt/slides/slide9.xml" Id="Rcc8526115294412f" /><Relationship Type="http://schemas.openxmlformats.org/officeDocument/2006/relationships/slide" Target="/ppt/slides/slide10.xml" Id="R99aefefbd5c24e23" /><Relationship Type="http://schemas.openxmlformats.org/officeDocument/2006/relationships/slide" Target="/ppt/slides/slide11.xml" Id="R22144e29b6b740b1" /><Relationship Type="http://schemas.openxmlformats.org/officeDocument/2006/relationships/slide" Target="/ppt/slides/slide12.xml" Id="R981dbd0aea474f5c" /><Relationship Type="http://schemas.openxmlformats.org/officeDocument/2006/relationships/slide" Target="/ppt/slides/slide13.xml" Id="R9fe2ab3630c648a3" /><Relationship Type="http://schemas.openxmlformats.org/officeDocument/2006/relationships/slide" Target="/ppt/slides/slide14.xml" Id="Rf60e0cee45a047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ba2b82b9104c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15e858d7144c18" /><Relationship Type="http://schemas.openxmlformats.org/officeDocument/2006/relationships/notesMaster" Target="/ppt/notesMasters/notesMaster1.xml" Id="R54e392863ad14f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8ef8e650cb4af7" /><Relationship Type="http://schemas.openxmlformats.org/officeDocument/2006/relationships/notesMaster" Target="/ppt/notesMasters/notesMaster1.xml" Id="R545dbcf9076443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f2be6f1a0a4d5e" /><Relationship Type="http://schemas.openxmlformats.org/officeDocument/2006/relationships/notesMaster" Target="/ppt/notesMasters/notesMaster1.xml" Id="R636eb5172d094b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614205491e44ff" /><Relationship Type="http://schemas.openxmlformats.org/officeDocument/2006/relationships/notesMaster" Target="/ppt/notesMasters/notesMaster1.xml" Id="Rfef07fa013914b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abaac2b339445c" /><Relationship Type="http://schemas.openxmlformats.org/officeDocument/2006/relationships/notesMaster" Target="/ppt/notesMasters/notesMaster1.xml" Id="Rb637fa2ba2e84d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455942cd674db6" /><Relationship Type="http://schemas.openxmlformats.org/officeDocument/2006/relationships/notesMaster" Target="/ppt/notesMasters/notesMaster1.xml" Id="Rddd1b76a56eb49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27c49201b84b18" /><Relationship Type="http://schemas.openxmlformats.org/officeDocument/2006/relationships/notesMaster" Target="/ppt/notesMasters/notesMaster1.xml" Id="R7b425533d0904d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97ee2908d546bd" /><Relationship Type="http://schemas.openxmlformats.org/officeDocument/2006/relationships/notesMaster" Target="/ppt/notesMasters/notesMaster1.xml" Id="R41da25c966d343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09980c4af6487c" /><Relationship Type="http://schemas.openxmlformats.org/officeDocument/2006/relationships/notesMaster" Target="/ppt/notesMasters/notesMaster1.xml" Id="R0c7f800eece540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0a21b1ed174ace" /><Relationship Type="http://schemas.openxmlformats.org/officeDocument/2006/relationships/notesMaster" Target="/ppt/notesMasters/notesMaster1.xml" Id="R371589ef53f541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8ca32edb574889" /><Relationship Type="http://schemas.openxmlformats.org/officeDocument/2006/relationships/notesMaster" Target="/ppt/notesMasters/notesMaster1.xml" Id="R939eed0789ec41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8d2eed1891460a" /><Relationship Type="http://schemas.openxmlformats.org/officeDocument/2006/relationships/notesMaster" Target="/ppt/notesMasters/notesMaster1.xml" Id="Red6236ab0d6c41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60da015f1748ea" /><Relationship Type="http://schemas.openxmlformats.org/officeDocument/2006/relationships/notesMaster" Target="/ppt/notesMasters/notesMaster1.xml" Id="Raf2fcab4aee54b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82fad7f55441f5" /><Relationship Type="http://schemas.openxmlformats.org/officeDocument/2006/relationships/notesMaster" Target="/ppt/notesMasters/notesMaster1.xml" Id="R4655f3e7f9f24a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本演示基于 /Users/fly/Documents/DeepSeek Harness Wiki 的本地证据，日期 2026-09-13。SCNet 视觉资产来自用户指定的 SCNet 参考 PPTX，仅作样式，不表示 SCNet 对技术内容的背书。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流程依据：llm-wiki SKILL.md、operations/ingest/SKILL.md、operations/briefing/SKILL.md。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来源：README.zh-CN.md；references/agent-adapters.md；本机安装目录与 skill_install(dry_run) 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来源：wiki-purpose.md、wiki-schema.md、wiki-agent.md、REBUILD-REPORT.md。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来源：wiki-log.md、REBUILD-REPORT.md、status 与 coverage 的 2026-09-13 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来源：graph 实测；wiki/entities/agentcbs.md；厂商文章《基于 DeepSeek Harness 构建生产可用的 Agent 服务，需要怎样的 Agent Infra？》。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来源：coverage、review_list、frontmatter review_status 统计、REBUILD-REPORT.md。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来源：operations/ingest/SKILL.md；references/semantic-ingest.md；本库 wiki-log.md。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来源：wiki/comparisons/permission-and-safety-planes.md；offical docs/subsystems/approval.zh.md 与 sandbox.zh.md。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来源：sync(dry_run)、status、graph 的 2026-09-13 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来源：wiki/concepts/plugin-composition.md；事故复盘 0002；offical docs/cordis-primer.zh.md。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来源：references/cognition.md；cognition_list 与 digest_prepare(dry_run) 的当前实测。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来源：references/agent-adapters.md；schedule_plan 的 demo-only 预览；本库 wiki-purpose.md。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来源：REBUILD-REPORT.md；本次只读检查；docs/llm-wiki-full-workflow.zh-CN.md。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965e3fc364c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651b53f28c446f" /><Relationship Type="http://schemas.openxmlformats.org/officeDocument/2006/relationships/slideLayout" Target="/ppt/slideLayouts/slideLayout1.xml" Id="Rda33e2299c0a44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33e2299c0a44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4397f509847aa" /><Relationship Type="http://schemas.openxmlformats.org/officeDocument/2006/relationships/image" Target="/ppt/media/image.png" Id="Re237848ac63a4fc3" /><Relationship Type="http://schemas.openxmlformats.org/officeDocument/2006/relationships/notesSlide" Target="/ppt/notesSlides/notesSlide1.xml" Id="R79d32307461a42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becf656e6469f" /><Relationship Type="http://schemas.openxmlformats.org/officeDocument/2006/relationships/image" Target="/ppt/media/image.jpeg" Id="R33dc6a99645742d6" /><Relationship Type="http://schemas.openxmlformats.org/officeDocument/2006/relationships/image" Target="/ppt/media/image2.jpeg" Id="Re2339246254d434b" /><Relationship Type="http://schemas.openxmlformats.org/officeDocument/2006/relationships/notesSlide" Target="/ppt/notesSlides/notesSlide2.xml" Id="Re5548dbc725e48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6862c807b47ec" /><Relationship Type="http://schemas.openxmlformats.org/officeDocument/2006/relationships/image" Target="/ppt/media/image3.jpeg" Id="R29483dd09f8c42da" /><Relationship Type="http://schemas.openxmlformats.org/officeDocument/2006/relationships/image" Target="/ppt/media/image4.jpeg" Id="R6090003e51a840a8" /><Relationship Type="http://schemas.openxmlformats.org/officeDocument/2006/relationships/notesSlide" Target="/ppt/notesSlides/notesSlide3.xml" Id="Rb84a2b7edbba4b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da7a4d1364f48" /><Relationship Type="http://schemas.openxmlformats.org/officeDocument/2006/relationships/image" Target="/ppt/media/image5.jpeg" Id="Rddb14f28e90a4b61" /><Relationship Type="http://schemas.openxmlformats.org/officeDocument/2006/relationships/image" Target="/ppt/media/image6.jpeg" Id="R8f81ecd01511420e" /><Relationship Type="http://schemas.openxmlformats.org/officeDocument/2006/relationships/notesSlide" Target="/ppt/notesSlides/notesSlide4.xml" Id="R128f1bd0c1ad42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2d3c9801847bc" /><Relationship Type="http://schemas.openxmlformats.org/officeDocument/2006/relationships/image" Target="/ppt/media/image7.jpeg" Id="R2dc1b773237841f6" /><Relationship Type="http://schemas.openxmlformats.org/officeDocument/2006/relationships/image" Target="/ppt/media/image8.jpeg" Id="R57acdcdba1324b1e" /><Relationship Type="http://schemas.openxmlformats.org/officeDocument/2006/relationships/notesSlide" Target="/ppt/notesSlides/notesSlide5.xml" Id="R4bb46dc58cc54d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f5aa89ac74eb4" /><Relationship Type="http://schemas.openxmlformats.org/officeDocument/2006/relationships/image" Target="/ppt/media/image9.jpeg" Id="R7515f891df9d486d" /><Relationship Type="http://schemas.openxmlformats.org/officeDocument/2006/relationships/image" Target="/ppt/media/image10.jpeg" Id="R717b5274460a4689" /><Relationship Type="http://schemas.openxmlformats.org/officeDocument/2006/relationships/notesSlide" Target="/ppt/notesSlides/notesSlide6.xml" Id="Rdde381d7f6fc4f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27029cb6d47db" /><Relationship Type="http://schemas.openxmlformats.org/officeDocument/2006/relationships/image" Target="/ppt/media/image11.jpeg" Id="R4e094287f26542a0" /><Relationship Type="http://schemas.openxmlformats.org/officeDocument/2006/relationships/image" Target="/ppt/media/image12.jpeg" Id="R3488e92e4a9d4af9" /><Relationship Type="http://schemas.openxmlformats.org/officeDocument/2006/relationships/notesSlide" Target="/ppt/notesSlides/notesSlide7.xml" Id="Rc39c69be10d64a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c2a80c9b1449b" /><Relationship Type="http://schemas.openxmlformats.org/officeDocument/2006/relationships/image" Target="/ppt/media/image13.jpeg" Id="R0077d884a88e4b0b" /><Relationship Type="http://schemas.openxmlformats.org/officeDocument/2006/relationships/image" Target="/ppt/media/image14.jpeg" Id="Ra8185696725a4692" /><Relationship Type="http://schemas.openxmlformats.org/officeDocument/2006/relationships/notesSlide" Target="/ppt/notesSlides/notesSlide8.xml" Id="R150c6cae90cf4d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8738eac804cca" /><Relationship Type="http://schemas.openxmlformats.org/officeDocument/2006/relationships/image" Target="/ppt/media/image15.jpeg" Id="Rfe98640f9ab74611" /><Relationship Type="http://schemas.openxmlformats.org/officeDocument/2006/relationships/image" Target="/ppt/media/image16.jpeg" Id="R5240cbb6b0fb4cd5" /><Relationship Type="http://schemas.openxmlformats.org/officeDocument/2006/relationships/notesSlide" Target="/ppt/notesSlides/notesSlide9.xml" Id="Ra24654d56ca847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dbd2321d64141" /><Relationship Type="http://schemas.openxmlformats.org/officeDocument/2006/relationships/image" Target="/ppt/media/image17.jpeg" Id="Rb8b377147f0d480a" /><Relationship Type="http://schemas.openxmlformats.org/officeDocument/2006/relationships/image" Target="/ppt/media/image18.jpeg" Id="R0e87b8649c4e4075" /><Relationship Type="http://schemas.openxmlformats.org/officeDocument/2006/relationships/notesSlide" Target="/ppt/notesSlides/notesSlide10.xml" Id="R39ee8857236b42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462ed787c4782" /><Relationship Type="http://schemas.openxmlformats.org/officeDocument/2006/relationships/image" Target="/ppt/media/image19.jpeg" Id="Racd882c20c304553" /><Relationship Type="http://schemas.openxmlformats.org/officeDocument/2006/relationships/image" Target="/ppt/media/image20.jpeg" Id="R2cdc1f0e8c4d40be" /><Relationship Type="http://schemas.openxmlformats.org/officeDocument/2006/relationships/notesSlide" Target="/ppt/notesSlides/notesSlide11.xml" Id="R8cd81ee27cca4c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65816e9494633" /><Relationship Type="http://schemas.openxmlformats.org/officeDocument/2006/relationships/image" Target="/ppt/media/image21.jpeg" Id="Rcbe98c9323ac41da" /><Relationship Type="http://schemas.openxmlformats.org/officeDocument/2006/relationships/image" Target="/ppt/media/image22.jpeg" Id="Rb165ab2bef534f2f" /><Relationship Type="http://schemas.openxmlformats.org/officeDocument/2006/relationships/notesSlide" Target="/ppt/notesSlides/notesSlide12.xml" Id="R5fb00e0016db42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c56c540d240ed" /><Relationship Type="http://schemas.openxmlformats.org/officeDocument/2006/relationships/image" Target="/ppt/media/image23.jpeg" Id="Re1be5700c59041ee" /><Relationship Type="http://schemas.openxmlformats.org/officeDocument/2006/relationships/image" Target="/ppt/media/image24.jpeg" Id="R2c9ca2de702a4ed7" /><Relationship Type="http://schemas.openxmlformats.org/officeDocument/2006/relationships/notesSlide" Target="/ppt/notesSlides/notesSlide13.xml" Id="R91274fa2b61047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e35c8ae8b4d83" /><Relationship Type="http://schemas.openxmlformats.org/officeDocument/2006/relationships/image" Target="/ppt/media/image25.jpeg" Id="Rb55c81fe3d3a4f27" /><Relationship Type="http://schemas.openxmlformats.org/officeDocument/2006/relationships/image" Target="/ppt/media/image26.jpeg" Id="R21cdbdd2b57647c3" /><Relationship Type="http://schemas.openxmlformats.org/officeDocument/2006/relationships/notesSlide" Target="/ppt/notesSlides/notesSlide14.xml" Id="Rd6a707443e8446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9E2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7848ac63a4f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5CBFC-61D3-4F68-A8C7-AC343F53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811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 Wiki 全流程演示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DD4D6-D025-4D05-8370-C6483506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62375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 DeepSeek Harness 本地资料为例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66EFB-819F-4EB9-A0AC-0485E9A5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863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415668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c6a99645742d6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39246254d434b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4AA38-7CE3-4213-BBFF-AD727F04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117A5-FA13-48CF-98CD-BC2F273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完整生命周期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087BE-380A-47A0-990B-B926194F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1104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原件保留、知识综合、语义审查与通知，分别承担不同责任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95471-85D9-4E5B-94E0-048176C7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138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6D8F5-FFB6-4259-82AA-8534D3F9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B7CDE-9A31-4EA2-A582-E87C650D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完整技能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78768-0E30-48CC-87A4-EC249622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0505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E4EEC-4BC3-4CDE-927C-EDB6E306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124075"/>
            <a:ext cx="138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FA229-1FDE-49E1-8309-C2D04A52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1812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B979D-ACEC-4CBF-84FE-CFE75F24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6289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目的与边界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641A4-BFCD-407A-8FC4-81300E22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0505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8E8DB-373E-4B34-9DE5-22FE86D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24075"/>
            <a:ext cx="138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CA016-96E0-44F8-B5D4-E7520EF0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812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摄取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CEF1A-2FC5-4864-B5AA-5447650D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289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原件与副本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06041-A3A3-4F33-88C5-6E67CD74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0505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AED76-A7FC-4F41-A17C-9D2AC020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124075"/>
            <a:ext cx="138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9C5FB-9EA8-4513-A0F5-BE710039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1812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综合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A0D5D4-884D-457A-AF34-4EA55514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289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实体与关系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803C5-D286-4A2B-97ED-E59C08C2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8DE63-546B-4FE1-B7BD-A2C14B29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24075"/>
            <a:ext cx="138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C4502-CD6F-4322-8E65-C0B0A32B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812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审核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7AFE52-CD8D-414F-A405-3AD458B0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289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来源与主张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042EAB-3DEE-45E0-88E5-7FA1B7E9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BD2B8-1864-44E9-AC2D-15373743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24075"/>
            <a:ext cx="138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F9CA3F-1CB7-4448-9AB8-7067D433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812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F172C-F2CB-4310-9ECC-7812287B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289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新旧证据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399286-5D12-4BA5-AFEE-9EA6361B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30505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247C67-9D3C-4E32-8E53-6CAEDBEB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24075"/>
            <a:ext cx="138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725781-DB77-4445-8A54-FE0C45AE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812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通知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ECCA51-DD73-40A1-BB41-F0B03C51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289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授权投递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95C56B-F9EA-4F0C-840A-703DB5EE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38575"/>
            <a:ext cx="1080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4BC881-8EBA-4EA2-86DF-4FC442A4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24325"/>
            <a:ext cx="990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贯穿全过程：带来源问答、关系探索、本地变化追踪、结构健康检查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2FDD11-7E59-4751-9590-B0734B1C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本地脚本处理可重复计算；Agent 阅读证据并做语义判断。</a:t>
            </a:r>
          </a:p>
        </p:txBody>
      </p:sp>
    </p:spTree>
    <p:extLst>
      <p:ext uri="{BB962C8B-B14F-4D97-AF65-F5344CB8AC3E}">
        <p14:creationId xmlns:p14="http://schemas.microsoft.com/office/powerpoint/2010/main" val="450858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83dd09f8c42da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0003e51a840a8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295B2-7A15-4B9D-8B6D-0C7609B9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B24AD-1FB5-4C19-A017-DB3620AE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安装与技能发现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B6625-CAEB-4DE9-9F63-84E19313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000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33913-565E-4074-B85F-6F87513B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26682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入口技能必须保留完整目录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D0DA5-84D0-4AF6-BB24-EC439935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81225"/>
            <a:ext cx="457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SKILL.md</a:t>
            </a:r>
          </a:p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scripts / templates</a:t>
            </a:r>
          </a:p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references /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6A144-75A2-4DA9-8857-F0D56BA1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19200"/>
            <a:ext cx="5000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77530-C249-47E1-97E4-EEC0297D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6682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库内操作技能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43C36-7281-46DD-AB7D-C84413AE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476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ingest  ·  query  ·  lint</a:t>
            </a:r>
          </a:p>
          <a:p xmlns:a="http://schemas.openxmlformats.org/drawingml/2006/main">
            <a:pPr algn="l">
              <a:def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research  ·  briefing</a:t>
            </a:r>
          </a:p>
          <a:p xmlns:a="http://schemas.openxmlformats.org/drawingml/2006/main">
            <a:pPr algn="l">
              <a:def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Python 3.11.15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F2072-34AE-4E4D-9A86-FC50DD79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3E490-74F6-41AA-A727-4794995E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810125"/>
            <a:ext cx="9953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入口是 SKILL.md，无需 SKILL.zh-CN.md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5BABC-C812-4C25-8449-0ED3925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当前库安装预检 files_to_write: []；新宿主还须验证实际技能发现。</a:t>
            </a:r>
          </a:p>
        </p:txBody>
      </p:sp>
    </p:spTree>
    <p:extLst>
      <p:ext uri="{BB962C8B-B14F-4D97-AF65-F5344CB8AC3E}">
        <p14:creationId xmlns:p14="http://schemas.microsoft.com/office/powerpoint/2010/main" val="1928602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14f28e90a4b61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1ecd01511420e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5A251-40C7-457B-84A4-753ABBF1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1159C-BD5B-4D68-AC30-842DCB1A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初始化：资料与知识库分离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BABA4-EAFD-47EE-BB4E-508CC355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219200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输入资料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4147B-D32A-4041-A218-88FCB479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47850"/>
            <a:ext cx="4286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/Users/fly/Documents/</a:t>
            </a:r>
          </a:p>
          <a:p xmlns:a="http://schemas.openxmlformats.org/drawingml/2006/main">
            <a:pPr algn="ctr">
              <a:defRPr sz="21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DeepSeek Harness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BEE36-565E-4064-9037-4F0B4401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133475"/>
            <a:ext cx="45529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29704-5442-41E6-8176-27E19B7C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94310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EE73D-84BB-467F-A693-D34D310F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219200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知识库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1F402-FA21-4B31-B0AA-C30830DC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847850"/>
            <a:ext cx="44291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/Users/fly/Documents/</a:t>
            </a:r>
          </a:p>
          <a:p xmlns:a="http://schemas.openxmlformats.org/drawingml/2006/main">
            <a:pPr algn="ctr">
              <a:defRPr sz="21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DeepSeek Harness Wiki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4539E-A8D4-4534-BF90-04179ECF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133475"/>
            <a:ext cx="46672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A35D3-CE99-4351-AD56-33E2A821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目的  ·  页面规范  ·  Agent 维护规则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A9EBA-71E4-47F2-BF98-3ECD19AD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sources 原件    wiki/raw 阅读副本    wiki 知识页    .llm-wiki 快照与状态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5D485-91D6-40BC-84C5-53DBEBB1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范围只包含指定文件夹；未自动抓取网络，也未运行 DeepSeek Harness。</a:t>
            </a:r>
          </a:p>
        </p:txBody>
      </p:sp>
    </p:spTree>
    <p:extLst>
      <p:ext uri="{BB962C8B-B14F-4D97-AF65-F5344CB8AC3E}">
        <p14:creationId xmlns:p14="http://schemas.microsoft.com/office/powerpoint/2010/main" val="819316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1b773237841f6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cdcdba1324b1e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29D51-51E6-4ACD-99D2-B1623417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D6E9D-206E-424E-A531-3BC5E5F8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资料入库的三层结构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BA498-34A2-406C-BD9C-240D90C5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20288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8A983-CF00-4F1A-BBC0-4C380363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1876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8368E-AF0B-4F31-9D12-FFEFDC14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371600"/>
            <a:ext cx="8191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F1C6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FFC1E-1573-4B95-A128-AAAE36AD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4668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138 份原件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E4075-81EE-4BE1-A49B-7D2DFF37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85900"/>
            <a:ext cx="5391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不可变保存，SHA-256 核对，0 原件漂移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9EB2C-19CF-4BBB-810A-1982A906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20288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3A5CD-18EF-4CF5-BCCC-A789A49A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876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阅读层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37A23-F088-416F-A030-80BAE708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33675"/>
            <a:ext cx="8191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F1C6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387D7-A3E2-4C71-A6EA-FD2E8328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2892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138 份副本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C5908-E045-44E7-959C-8EE26099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47975"/>
            <a:ext cx="5391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文本、PDF 抽取与截图转录；可由原件重建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0E00A-92DF-4570-9FCB-A3B10003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0288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0E9DB-4B7B-4346-8753-820CAB4C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1876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B4616-9BEF-48A9-A047-029AE45A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95750"/>
            <a:ext cx="8191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F1C6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D2A07-1169-4B9E-9332-BDF36A48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19100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467 篇知识页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3E5DF-E35B-483A-A162-62E30BF0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10050"/>
            <a:ext cx="5391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按主题综合，保存引文与有解释的关联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53EB1-9143-4A5C-9AED-2BEE621C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来源捕获成功不代表已完成语义摄取；页面数量也不等于质量。</a:t>
            </a:r>
          </a:p>
        </p:txBody>
      </p:sp>
    </p:spTree>
    <p:extLst>
      <p:ext uri="{BB962C8B-B14F-4D97-AF65-F5344CB8AC3E}">
        <p14:creationId xmlns:p14="http://schemas.microsoft.com/office/powerpoint/2010/main" val="775839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5f891df9d486d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b5274460a4689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859AB-B564-4F19-91CF-A96BFB35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0ED26-DAFF-436F-A6C6-25ECAF0F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实体、概念与关联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839AC-F315-468D-838A-CC0789AC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176 实体      229 概念      1,134 条有向链接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AA679-09B0-4972-9C76-DB0201B0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62250"/>
            <a:ext cx="2876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DAF83-9A0C-4883-BD07-41E90719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33700"/>
            <a:ext cx="2543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AgentCBS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57152-3494-4165-9573-70BC6062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76500"/>
            <a:ext cx="2838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0B2B4-559F-476F-AC0B-596C66CE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28900"/>
            <a:ext cx="2495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CubeSandbox</a:t>
            </a:r>
          </a:p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执行环境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3E0AF-97C8-412C-A1A5-12FED8FB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76500"/>
            <a:ext cx="2838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C8319-96C0-4358-A286-E958128C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193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腾讯云 Agent Runtime</a:t>
            </a:r>
          </a:p>
          <a:p xmlns:a="http://schemas.openxmlformats.org/drawingml/2006/main">
            <a:pPr algn="ctr">
              <a:defRPr sz="1800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产品组合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5C850-3B39-4DFE-AC99-DDC6CAE7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48175"/>
            <a:ext cx="2876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73E92-E764-4BF5-94F2-14EF8A16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5295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Brain / Hands 解耦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CECC6-011F-46A3-9E79-E67DDB6F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0992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E8738-48E3-4429-99BD-45B0E6CF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9925"/>
            <a:ext cx="1171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9C48E-62D5-48FC-B152-67E3BFA1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24275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862F8-DFBB-4963-84DB-A43A55F9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图边来自显式 Wiki 链接；职责解释仍需阅读页面与原件。</a:t>
            </a:r>
          </a:p>
        </p:txBody>
      </p:sp>
    </p:spTree>
    <p:extLst>
      <p:ext uri="{BB962C8B-B14F-4D97-AF65-F5344CB8AC3E}">
        <p14:creationId xmlns:p14="http://schemas.microsoft.com/office/powerpoint/2010/main" val="8785009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94287f26542a0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8e92e4a9d4af9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03328-3185-4338-BB9E-E52594EB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7C3F8-AAFC-4AE7-A503-5B48087F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审核分三层：去向、主张、变化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3EC17-7565-448D-ABED-40CD1DD8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23336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7572C-266B-474C-B47E-C3435E56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047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来源去向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32CC4-C12A-4016-887E-98F74443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409700"/>
            <a:ext cx="82867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C6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9AF2B-2B92-4271-8B20-6AF5BF94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04950"/>
            <a:ext cx="776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137 直接引用 + 1 有理由不建页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D62F3-6F3F-40B6-97AE-FA6EF767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52625"/>
            <a:ext cx="7762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0 未覆盖，0 缺阅读副本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CDDAE-F2C4-435A-BC3D-27A38343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19400"/>
            <a:ext cx="23336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A408D-4169-483B-9EB1-F54409AD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047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页面主张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FB766-8A64-4C9E-B783-2294232D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19400"/>
            <a:ext cx="82867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C6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95479-AD02-4A07-AE98-9909D05F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776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370 候选页 + 79 主题提要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77223-F544-4A75-A21E-7A18C12E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62325"/>
            <a:ext cx="7762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来源匹配不等于逐条主张已复核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A3F64-95C2-45AA-9A51-CC033E0F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23336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CB5A9-ACDF-4CED-A984-D1DE7EB0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047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B1E32-2836-496A-88AB-60A3CB70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29100"/>
            <a:ext cx="82867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C6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95CC2-5CE9-47B6-B863-C050F7DB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24350"/>
            <a:ext cx="776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1 个待审批次，涉及 457 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8C039-F43D-4B51-B201-D0CE0571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72025"/>
            <a:ext cx="7762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待审不等于发现 457 个冲突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CB9DB-8414-4227-A02C-24D0A80C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结构通过只说明结构正常；重点页面仍要和原文逐节对照。</a:t>
            </a:r>
          </a:p>
        </p:txBody>
      </p:sp>
    </p:spTree>
    <p:extLst>
      <p:ext uri="{BB962C8B-B14F-4D97-AF65-F5344CB8AC3E}">
        <p14:creationId xmlns:p14="http://schemas.microsoft.com/office/powerpoint/2010/main" val="2707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7d884a88e4b0b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85696725a4692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D8DBB-C291-4EF1-A820-D0052AAE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292A2-0102-4186-989B-217F2067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新增资料的可复核流程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493DB-05A9-4D01-B9DD-11469952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1695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5EF66-91B7-4AD1-86DA-08981519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38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6052C-1705-4F56-BC56-3B22CB4C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66925"/>
            <a:ext cx="112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旧知检查点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A9D98-E1D5-4098-AFEF-0D852A08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5740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3F9B2-4E0B-4E6B-81F4-ADDA1022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924050"/>
            <a:ext cx="1695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65297-C645-4877-9D42-85141CA6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38350"/>
            <a:ext cx="38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D0E44-158F-49C4-850B-C04F1703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66925"/>
            <a:ext cx="112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保存新原件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A635F-DF1F-4C2B-A33A-871CBB3B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5740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3A3C1-6E16-4FF5-A6CC-15B7963C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1695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EC50D-C07F-4182-8633-35496485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38350"/>
            <a:ext cx="38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74E1C-6E3C-4F24-9FC1-4F4CE93D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66925"/>
            <a:ext cx="112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分析候选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43A89-3F5A-4AF7-836D-4959E957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5740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88A33-1D24-4481-9577-24C265B0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24050"/>
            <a:ext cx="1695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84C93-28A7-471B-99D2-CFA9B998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038350"/>
            <a:ext cx="38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C8AB7-A391-4C4E-A1BE-5C7368C0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066925"/>
            <a:ext cx="112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更新知识页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E0C40-3FEB-47BD-B2DE-22BBE613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5740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92F8B-85DF-419D-A1C1-01066BF0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1695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B30A4-D641-4D98-B88E-6DB9FE0B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38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C0FB0C-E247-4427-8290-9BD123DC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66925"/>
            <a:ext cx="112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索引与同步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977784-73FD-4490-8D74-473E8D8C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5740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146868-6869-4885-955E-121EE06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924050"/>
            <a:ext cx="1695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63F2F-A250-4311-A145-DF750699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038350"/>
            <a:ext cx="38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923C68-E4EA-492C-9274-FDB03AF3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066925"/>
            <a:ext cx="112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90B6C5-09CD-4AA3-9A17-C203C0ED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316CE9-1445-4BCC-A703-C0970CFD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历史增量例子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F815B6-BA5A-4F6F-B7EE-3C115D88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28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四张截图生成阅读转录；Loader disabled 的事故前后语境得到澄清，原件未改写。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F7D6B7-4EC0-43D8-9B0C-E09E0071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本轮没有收到新的用户资料；上方是下次新增资料时的流程，而非本轮新导入记录。</a:t>
            </a:r>
          </a:p>
        </p:txBody>
      </p:sp>
    </p:spTree>
    <p:extLst>
      <p:ext uri="{BB962C8B-B14F-4D97-AF65-F5344CB8AC3E}">
        <p14:creationId xmlns:p14="http://schemas.microsoft.com/office/powerpoint/2010/main" val="18773352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8640f9ab74611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0cbb6b0fb4cd5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00EF5-D80B-496A-A206-1FAC457F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B9CF0-7B8C-4D89-BCC9-911C422A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带证据的问答：审批与沙箱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B0FF8-A535-40B3-AD6C-3C7D1C51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428750"/>
            <a:ext cx="47625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F62A0-21C9-4A49-8BB7-CEF6E25A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33525"/>
            <a:ext cx="4362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用户审批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D6487-EC30-4BE9-A6F6-3D4B8E6E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42672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allowed-once 只批准当前询问的操作</a:t>
            </a:r>
          </a:p>
          <a:p xmlns:a="http://schemas.openxmlformats.org/drawingml/2006/main">
            <a:pPr algn="ctr">
              <a:def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其他结果均拒绝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28D46-757B-4A43-8896-64C6C8DD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28750"/>
            <a:ext cx="47625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FB1D4-0A26-48C0-AC08-6E7D5AB8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33525"/>
            <a:ext cx="4333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进程沙箱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3DB0C-DD48-4D6A-B9FC-A6C1B864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686050"/>
            <a:ext cx="43338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read-only 与 workspace-write</a:t>
            </a:r>
          </a:p>
          <a:p xmlns:a="http://schemas.openxmlformats.org/drawingml/2006/main">
            <a:pPr algn="ctr">
              <a:def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约束文件系统效果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A5B45-C9D2-4CBF-9129-7D027F02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E2DEA-B921-4D37-9C34-97D587A8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14850"/>
            <a:ext cx="1038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审批一次放行，不自动改变沙箱的文件写入边界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AD3BF-DCF9-4164-8465-708A5E98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这是保存资料的接口契约归纳；本次未运行 DSH profile 验证实际装配。</a:t>
            </a:r>
          </a:p>
        </p:txBody>
      </p:sp>
    </p:spTree>
    <p:extLst>
      <p:ext uri="{BB962C8B-B14F-4D97-AF65-F5344CB8AC3E}">
        <p14:creationId xmlns:p14="http://schemas.microsoft.com/office/powerpoint/2010/main" val="18284597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377147f0d480a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7b8649c4e4075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92D8E-DE44-45FE-AF6F-9D389595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1DA29-36D1-4647-BD52-0EACA556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本地变化与健康检查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33051-5F7E-4635-A739-B08C9F1D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744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154B3-0846-4AF1-A881-831A7C08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331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文件未变化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22ADB-711A-478C-B233-EF749463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052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新增 0    修改 0    删除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24B7E-CA45-441E-A9F9-29D1174B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002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545EC-1F53-4171-B7CE-B1178412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81150"/>
            <a:ext cx="1619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01301-3685-43A7-B4CA-E5E82002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结构问题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0CEF9-6076-456A-B288-5D0821A2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81150"/>
            <a:ext cx="20955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9E2B38"/>
                </a:solidFill>
                <a:latin typeface="微软雅黑"/>
                <a:ea typeface="微软雅黑"/>
                <a:cs typeface="微软雅黑"/>
              </a:defRPr>
            </a:pPr>
            <a:r>
              <a:rPr sz="5250" b="1">
                <a:solidFill>
                  <a:srgbClr val="9E2B38"/>
                </a:solidFill>
                <a:latin typeface="微软雅黑"/>
                <a:ea typeface="微软雅黑"/>
                <a:cs typeface="微软雅黑"/>
              </a:rPr>
              <a:t>114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38004-9BA2-4588-8361-2BFEBC4D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5750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零入链页面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55FF6-7B95-4C21-8B74-0828494E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零入链是导航审查线索，不自动等于错误；检查通过也不证明主张真实。</a:t>
            </a:r>
          </a:p>
        </p:txBody>
      </p:sp>
    </p:spTree>
    <p:extLst>
      <p:ext uri="{BB962C8B-B14F-4D97-AF65-F5344CB8AC3E}">
        <p14:creationId xmlns:p14="http://schemas.microsoft.com/office/powerpoint/2010/main" val="14992280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882c20c304553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c1f0e8c4d40be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AD4B8-77FF-4D83-9992-402723AA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38CB0-E0BD-4F2F-A9D1-BCF0F246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事故叙述与版本语境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627CF-05D1-4423-AAF1-8EB1D0FC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48387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CA5A9-8CFD-421D-B1B1-3318054E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04975"/>
            <a:ext cx="457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事故发生时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DE8D0-9851-4AFD-809E-1D520A47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19375"/>
            <a:ext cx="454342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Loader 只插值插件 config</a:t>
            </a:r>
          </a:p>
          <a:p xmlns:a="http://schemas.openxmlformats.org/drawingml/2006/main">
            <a:pPr algn="ctr">
              <a:def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disabled 表达式被当作 truthy 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81D9C-77AF-47B8-83E7-8DD68A3E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590675"/>
            <a:ext cx="48387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EC271-47F7-4C30-9E85-ACEB0A25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04975"/>
            <a:ext cx="45434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后续防护说明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39F40-7E82-4BE1-85DE-E2D09E20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454342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挂载决策时插值 disabled</a:t>
            </a:r>
          </a:p>
          <a:p xmlns:a="http://schemas.openxmlformats.org/drawingml/2006/main">
            <a:pPr algn="ctr">
              <a:def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其他元数据保持字面值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6C531-5152-4BFC-B471-121B9757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084D1-ACB6-49D6-BF60-BD24F4A0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10334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可判定事故前后语境；精确代码版本与变更点仍未知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7B15E-1360-46D7-952C-E9F7F781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知识库保留未知，不把历史行为说成当前版本的无条件规则。</a:t>
            </a:r>
          </a:p>
        </p:txBody>
      </p:sp>
    </p:spTree>
    <p:extLst>
      <p:ext uri="{BB962C8B-B14F-4D97-AF65-F5344CB8AC3E}">
        <p14:creationId xmlns:p14="http://schemas.microsoft.com/office/powerpoint/2010/main" val="2806106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98c9323ac41da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5ab2bef534f2f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3A5ED-FA12-43DA-A39D-2C78A46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50612-C895-4614-84CA-9F287F6A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认知变化与简报状态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F52F3-3D24-43B8-834E-406C8FF0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1BD3D-6FE8-49D9-875E-08362EC2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前后证据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38F6D-5C7C-4DB8-9E9E-BF005F37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8120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F913B-5248-4207-A36D-742542B9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6690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3C0AB-9035-4FED-940D-8C38A50F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52625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语义审查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0D059-64B3-486E-8990-1C395F0D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8120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006BE-262B-41CB-99E9-BF40391B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4E566-9CB7-42F8-A936-2DBF61EB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认知记录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D1D61-DF2C-437C-B139-3CD3A777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604A8-1D00-43D6-8B16-904BB9B2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6690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90BAC-BF7A-4169-87B8-95718151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简报草稿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4652C-D39D-4B3A-9E1B-72B43CDB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8120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5795A-2F43-46B1-AA20-45EF5FCD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6690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05D78-6E58-433C-8772-4DD5902B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实际送达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FF1E8-DE7E-41B7-9DF8-F61CC3C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81200"/>
            <a:ext cx="26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43086-2963-4F16-AF44-80B8E817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6690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9C911-E645-4BC7-A821-2AD42F38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952625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用户反馈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69CCE-8222-495B-8854-BF8D2D9D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671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已生成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4D885-37DF-4997-9CE5-E9659A46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671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已投递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419D1-F81C-4DF0-A4DF-003F619A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671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已读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66D652-6FFB-4E0D-A74C-50CBF74B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24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54513D-C930-4DB7-A74D-A6560DEE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48175"/>
            <a:ext cx="1019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当前：认知记录 0，简报 empty: true，notify: false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6E4C96-CE29-4F44-ADB3-988AA202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待审页面不能直接当作已确认认知冲突发送；无更新时应静默。</a:t>
            </a:r>
          </a:p>
        </p:txBody>
      </p:sp>
    </p:spTree>
    <p:extLst>
      <p:ext uri="{BB962C8B-B14F-4D97-AF65-F5344CB8AC3E}">
        <p14:creationId xmlns:p14="http://schemas.microsoft.com/office/powerpoint/2010/main" val="17065570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e5700c59041ee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ca2de702a4ed7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66C5E-C1BD-43F9-9783-8A6999D3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1DCFC-1CF7-482F-9EF9-600F855E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定时通知需要宿主授权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901EE-D19C-4EAA-97D9-C76C1805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66850"/>
            <a:ext cx="49053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D56C6-BFE0-4179-A7FF-EAB267A8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452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本次仅完成计划预览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0AA65-83AF-49D5-91CD-5633613D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05075"/>
            <a:ext cx="423862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工作日 09:00</a:t>
            </a:r>
          </a:p>
          <a:p xmlns:a="http://schemas.openxmlformats.org/drawingml/2006/main">
            <a:pPr algn="ctr">
              <a:defRPr sz="22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Asia/Shanghai</a:t>
            </a:r>
          </a:p>
          <a:p xmlns:a="http://schemas.openxmlformats.org/drawingml/2006/main">
            <a:pPr algn="ctr">
              <a:defRPr sz="22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目标 demo-only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564F7-7A48-40BE-A1B0-6B0A3FE2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466850"/>
            <a:ext cx="49053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025EB-5A80-4D4D-A4C4-BF4C3797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52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真正启用还需要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57C61-1F62-4618-BF7F-A349555E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505075"/>
            <a:ext cx="41433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原生调度器</a:t>
            </a:r>
          </a:p>
          <a:p xmlns:a="http://schemas.openxmlformats.org/drawingml/2006/main">
            <a:pPr algn="ctr">
              <a:defRPr sz="2175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授权接收渠道</a:t>
            </a:r>
          </a:p>
          <a:p xmlns:a="http://schemas.openxmlformats.org/drawingml/2006/main">
            <a:pPr algn="ctr">
              <a:defRPr sz="2175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静默与送达确认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DCFC7-FA73-498A-AA45-75A25127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D6DD8-F325-426E-9D14-C8E42F59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33950"/>
            <a:ext cx="103917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未创建任务，未绑定 job ID，未发送消息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BC4AC-5798-4BCE-AC67-5E5C50BD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36363"/>
                </a:solidFill>
                <a:latin typeface="微软雅黑"/>
                <a:ea typeface="微软雅黑"/>
                <a:cs typeface="微软雅黑"/>
              </a:rPr>
              <a:t>只有用户明确指定时间与接收位置，且宿主返回可核实任务 ID，才能称为 active。</a:t>
            </a:r>
          </a:p>
        </p:txBody>
      </p:sp>
    </p:spTree>
    <p:extLst>
      <p:ext uri="{BB962C8B-B14F-4D97-AF65-F5344CB8AC3E}">
        <p14:creationId xmlns:p14="http://schemas.microsoft.com/office/powerpoint/2010/main" val="21253678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c81fe3d3a4f27"/>
          <a:stretch xmlns:a="http://schemas.openxmlformats.org/drawingml/2006/main"/>
        </p:blipFill>
        <p:spPr>
          <a:xfrm xmlns:a="http://schemas.openxmlformats.org/drawingml/2006/main">
            <a:off x="0" y="3924300"/>
            <a:ext cx="12192000" cy="29337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dbdd2b57647c3"/>
          <a:stretch xmlns:a="http://schemas.openxmlformats.org/drawingml/2006/main"/>
        </p:blipFill>
        <p:spPr>
          <a:xfrm xmlns:a="http://schemas.openxmlformats.org/drawingml/2006/main">
            <a:off x="10077450" y="192574"/>
            <a:ext cx="1619250" cy="5102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40CA5-8127-49A6-B9C2-452CF824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428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8DC66-E6A4-438D-8BA4-11AFB384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9572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当前验收与下一步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1414D-78F0-4FF0-850F-F3D40B28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95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1A507-CE4C-4226-8C18-D370ACED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CEDC7-578C-42BF-A217-C069AB79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43150"/>
            <a:ext cx="44005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完整入口与五项库内技能</a:t>
            </a:r>
          </a:p>
          <a:p xmlns:a="http://schemas.openxmlformats.org/drawingml/2006/main">
            <a:pPr algn="l">
              <a:def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138 份原件去向与本地检索</a:t>
            </a:r>
          </a:p>
          <a:p xmlns:a="http://schemas.openxmlformats.org/drawingml/2006/main">
            <a:pPr algn="l">
              <a:def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结构检查与空简报静默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7CA11-B29E-45EF-9E21-A9DA5877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495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34768-70D1-4E58-ACAD-7429A26C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76375"/>
            <a:ext cx="4543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仍需真实场景验收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F6F58-C5C9-4A1C-BB19-72B6B3E2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4343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370 候选页、79 主题提要深审</a:t>
            </a:r>
          </a:p>
          <a:p xmlns:a="http://schemas.openxmlformats.org/drawingml/2006/main">
            <a:pPr algn="l">
              <a:def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新资料的完整增量闭环</a:t>
            </a:r>
          </a:p>
          <a:p xmlns:a="http://schemas.openxmlformats.org/drawingml/2006/main">
            <a:pPr algn="l">
              <a:def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42424"/>
                </a:solidFill>
                <a:latin typeface="微软雅黑"/>
                <a:ea typeface="微软雅黑"/>
                <a:cs typeface="微软雅黑"/>
              </a:rPr>
              <a:t>通知渠道授权与实际送达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49549-E85E-4839-A895-429A6DBD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244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83FFB-173C-4EA8-969D-9B1767A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43525"/>
            <a:ext cx="10363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下一次测试：提供一份新版本资料，完成从原件到认知草稿的闭环</a:t>
            </a:r>
          </a:p>
        </p:txBody>
      </p:sp>
    </p:spTree>
    <p:extLst>
      <p:ext uri="{BB962C8B-B14F-4D97-AF65-F5344CB8AC3E}">
        <p14:creationId xmlns:p14="http://schemas.microsoft.com/office/powerpoint/2010/main" val="803490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2026-09-13T02:31:40.7720000Z</dcterms:created>
  <dcterms:modified xsi:type="dcterms:W3CDTF">2026-09-13T02:31:40.7720000Z</dcterms:modified>
</coreProperties>
</file>